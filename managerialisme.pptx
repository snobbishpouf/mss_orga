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0e6d45d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0e6d45d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0e6d45d2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0e6d45d2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0e6d45d2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0e6d45d2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0e6d45d2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0e6d45d2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0e6d45d2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0e6d45d2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0e6d45d2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0e6d45d2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0e6d45d2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0e6d45d2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Managérialisme et ses effets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135"/>
              <a:buNone/>
            </a:pPr>
            <a:r>
              <a:rPr lang="fr" sz="3030">
                <a:solidFill>
                  <a:schemeClr val="dk1"/>
                </a:solidFill>
              </a:rPr>
              <a:t>Projet de Théorie des Organisations 2025</a:t>
            </a:r>
            <a:endParaRPr sz="303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8135"/>
              <a:buNone/>
            </a:pPr>
            <a:r>
              <a:rPr lang="fr" sz="3030">
                <a:solidFill>
                  <a:schemeClr val="dk1"/>
                </a:solidFill>
              </a:rPr>
              <a:t>Ilies Bensaid, Nolwenn Lelu</a:t>
            </a:r>
            <a:endParaRPr sz="303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Managérialisme, cest quoi 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Il est important de préciser qu’il n’existe pas de définition unamine et consacrée du managérialisme.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Cependant, on pourra retenir celle-ci :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Le managérialisme est l’idéologie selon laquelle il est possible, dans toute organisation, privée, publique, marchande ou à but non lucratif, d’appliquer des méthodes scientifiques à la gestion, afin de maximiser les performances et garantir l’adéquation avec la stratégie de l’organisation.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Quelles origines 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On peut faire remonter l’idée d’une “scientifisation” du travail à la révolution Industrielle, avec le taylorisme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Aux Etats-unis, </a:t>
            </a:r>
            <a:r>
              <a:rPr lang="fr"/>
              <a:t>Frederick Taylor, ingénieur, à partir des années 1880, avec son “Organisation Scientique du Travail”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En France, Henri Fayol, ingénieur, avec son “Administration Industrielle et Générale” en 1916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 succès de la pensée Managériale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L’après seconde guerre mondiale, 1950-70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Business Schools,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Grandes entreprises,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Succès économique du secteur privé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la gestion devient une science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L’expansion aux autres secteurs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Tournant Néo Libéral des années 1980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New Public Management dans les administrations publiques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Développement des indicateurs de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Idée que les organisations publiques devraient </a:t>
            </a:r>
            <a:r>
              <a:rPr lang="fr"/>
              <a:t>être gérées comme des entreprises privées (ce qui est pour le moins discutable)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Début d’une critique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Années 1990-2000 début d’une pensée critique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Enteman, Parker, Clarke, Klikauer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Généralisation des logiques économiques à toutes les organisations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Confiance </a:t>
            </a:r>
            <a:r>
              <a:rPr lang="fr"/>
              <a:t>excessive dans les indicateurs (donner des exemples oraux ou diapo 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Le management n’est plus un outil mais une vision du monde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effets concerts dans le monde du travail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indicateurs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 perte de sens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La hiérarchie unidirectionnelle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La perte de compétences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Manque de données objectives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Parler de la difficulté de récolter des chiffres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 quel point la part des r</a:t>
            </a:r>
            <a:r>
              <a:rPr lang="fr"/>
              <a:t>ôles “managériaux” a grossi pendant ce temps 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Quelle masse salariale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Comment mesurer l’impact sur la vision du travail, de la société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On peut mesurer les burn out, mais comment leur attribuer une cause ? peut on lier la crise de sens du travail au managérialisme 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